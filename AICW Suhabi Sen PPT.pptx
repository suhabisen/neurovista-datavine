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C2AB648-2B9C-45DD-BAF8-E337796C9EF2}">
          <p14:sldIdLst>
            <p14:sldId id="268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5014DA-3876-4902-976E-3F5ECB789221}" v="8" dt="2026-04-17T13:06:50.3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101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habi Sen" userId="35df0f3f1ec7b79d" providerId="LiveId" clId="{4C323D2B-C7B9-45BD-A381-D63B94576F39}"/>
    <pc:docChg chg="undo redo custSel modSld">
      <pc:chgData name="Suhabi Sen" userId="35df0f3f1ec7b79d" providerId="LiveId" clId="{4C323D2B-C7B9-45BD-A381-D63B94576F39}" dt="2026-04-17T13:09:50.312" v="1534" actId="5793"/>
      <pc:docMkLst>
        <pc:docMk/>
      </pc:docMkLst>
      <pc:sldChg chg="modSp mod">
        <pc:chgData name="Suhabi Sen" userId="35df0f3f1ec7b79d" providerId="LiveId" clId="{4C323D2B-C7B9-45BD-A381-D63B94576F39}" dt="2026-04-17T13:01:41.827" v="1444" actId="1076"/>
        <pc:sldMkLst>
          <pc:docMk/>
          <pc:sldMk cId="0" sldId="258"/>
        </pc:sldMkLst>
        <pc:spChg chg="mod">
          <ac:chgData name="Suhabi Sen" userId="35df0f3f1ec7b79d" providerId="LiveId" clId="{4C323D2B-C7B9-45BD-A381-D63B94576F39}" dt="2026-04-17T12:58:36.756" v="1419" actId="1076"/>
          <ac:spMkLst>
            <pc:docMk/>
            <pc:sldMk cId="0" sldId="258"/>
            <ac:spMk id="2" creationId="{AA7F05EE-340D-A58A-BAD0-FB0660B2D339}"/>
          </ac:spMkLst>
        </pc:spChg>
        <pc:spChg chg="mod">
          <ac:chgData name="Suhabi Sen" userId="35df0f3f1ec7b79d" providerId="LiveId" clId="{4C323D2B-C7B9-45BD-A381-D63B94576F39}" dt="2026-04-17T13:01:41.827" v="1444" actId="1076"/>
          <ac:spMkLst>
            <pc:docMk/>
            <pc:sldMk cId="0" sldId="258"/>
            <ac:spMk id="7" creationId="{38849028-F25C-7DA0-DE56-0DC142EECABD}"/>
          </ac:spMkLst>
        </pc:spChg>
      </pc:sldChg>
      <pc:sldChg chg="modSp mod">
        <pc:chgData name="Suhabi Sen" userId="35df0f3f1ec7b79d" providerId="LiveId" clId="{4C323D2B-C7B9-45BD-A381-D63B94576F39}" dt="2026-04-17T13:07:30.241" v="1513" actId="123"/>
        <pc:sldMkLst>
          <pc:docMk/>
          <pc:sldMk cId="0" sldId="259"/>
        </pc:sldMkLst>
        <pc:spChg chg="mod">
          <ac:chgData name="Suhabi Sen" userId="35df0f3f1ec7b79d" providerId="LiveId" clId="{4C323D2B-C7B9-45BD-A381-D63B94576F39}" dt="2026-04-16T12:48:39.032" v="1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7:30.241" v="1513" actId="123"/>
          <ac:spMkLst>
            <pc:docMk/>
            <pc:sldMk cId="0" sldId="259"/>
            <ac:spMk id="6" creationId="{EE76AC24-5CB7-D860-6A01-E6D8ABD38610}"/>
          </ac:spMkLst>
        </pc:spChg>
        <pc:picChg chg="mod">
          <ac:chgData name="Suhabi Sen" userId="35df0f3f1ec7b79d" providerId="LiveId" clId="{4C323D2B-C7B9-45BD-A381-D63B94576F39}" dt="2026-04-17T07:38:19.717" v="1175" actId="14100"/>
          <ac:picMkLst>
            <pc:docMk/>
            <pc:sldMk cId="0" sldId="259"/>
            <ac:picMk id="3" creationId="{327B2E24-A610-1C01-FCDD-9B6B67A72E49}"/>
          </ac:picMkLst>
        </pc:picChg>
      </pc:sldChg>
      <pc:sldChg chg="modSp mod">
        <pc:chgData name="Suhabi Sen" userId="35df0f3f1ec7b79d" providerId="LiveId" clId="{4C323D2B-C7B9-45BD-A381-D63B94576F39}" dt="2026-04-17T13:07:58.021" v="1519" actId="1076"/>
        <pc:sldMkLst>
          <pc:docMk/>
          <pc:sldMk cId="0" sldId="260"/>
        </pc:sldMkLst>
        <pc:spChg chg="mod">
          <ac:chgData name="Suhabi Sen" userId="35df0f3f1ec7b79d" providerId="LiveId" clId="{4C323D2B-C7B9-45BD-A381-D63B94576F39}" dt="2026-04-17T13:07:58.021" v="1519" actId="1076"/>
          <ac:spMkLst>
            <pc:docMk/>
            <pc:sldMk cId="0" sldId="260"/>
            <ac:spMk id="2" creationId="{1699CEDB-26C4-8DDB-9CDD-777E221E2295}"/>
          </ac:spMkLst>
        </pc:spChg>
        <pc:spChg chg="mod">
          <ac:chgData name="Suhabi Sen" userId="35df0f3f1ec7b79d" providerId="LiveId" clId="{4C323D2B-C7B9-45BD-A381-D63B94576F39}" dt="2026-04-16T13:08:39.611" v="288" actId="1076"/>
          <ac:spMkLst>
            <pc:docMk/>
            <pc:sldMk cId="0" sldId="260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7:43.879" v="1515" actId="123"/>
          <ac:spMkLst>
            <pc:docMk/>
            <pc:sldMk cId="0" sldId="260"/>
            <ac:spMk id="5" creationId="{00000000-0000-0000-0000-000000000000}"/>
          </ac:spMkLst>
        </pc:spChg>
        <pc:picChg chg="mod">
          <ac:chgData name="Suhabi Sen" userId="35df0f3f1ec7b79d" providerId="LiveId" clId="{4C323D2B-C7B9-45BD-A381-D63B94576F39}" dt="2026-04-17T13:07:46.709" v="1516" actId="1076"/>
          <ac:picMkLst>
            <pc:docMk/>
            <pc:sldMk cId="0" sldId="260"/>
            <ac:picMk id="8" creationId="{F1F49F94-4102-44CC-056B-FA1BB4DA8DA6}"/>
          </ac:picMkLst>
        </pc:picChg>
      </pc:sldChg>
      <pc:sldChg chg="addSp delSp modSp mod">
        <pc:chgData name="Suhabi Sen" userId="35df0f3f1ec7b79d" providerId="LiveId" clId="{4C323D2B-C7B9-45BD-A381-D63B94576F39}" dt="2026-04-17T07:39:05.844" v="1176" actId="14100"/>
        <pc:sldMkLst>
          <pc:docMk/>
          <pc:sldMk cId="0" sldId="261"/>
        </pc:sldMkLst>
        <pc:spChg chg="del mod">
          <ac:chgData name="Suhabi Sen" userId="35df0f3f1ec7b79d" providerId="LiveId" clId="{4C323D2B-C7B9-45BD-A381-D63B94576F39}" dt="2026-04-17T06:20:44.042" v="604" actId="21"/>
          <ac:spMkLst>
            <pc:docMk/>
            <pc:sldMk cId="0" sldId="261"/>
            <ac:spMk id="5" creationId="{6C983D3C-9999-5423-EAF9-811BBA1E93EC}"/>
          </ac:spMkLst>
        </pc:spChg>
        <pc:spChg chg="del mod">
          <ac:chgData name="Suhabi Sen" userId="35df0f3f1ec7b79d" providerId="LiveId" clId="{4C323D2B-C7B9-45BD-A381-D63B94576F39}" dt="2026-04-17T06:19:42.014" v="595" actId="21"/>
          <ac:spMkLst>
            <pc:docMk/>
            <pc:sldMk cId="0" sldId="261"/>
            <ac:spMk id="6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19:50.473" v="597" actId="21"/>
          <ac:spMkLst>
            <pc:docMk/>
            <pc:sldMk cId="0" sldId="261"/>
            <ac:spMk id="7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19:47.825" v="596" actId="21"/>
          <ac:spMkLst>
            <pc:docMk/>
            <pc:sldMk cId="0" sldId="261"/>
            <ac:spMk id="8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19:55.906" v="598" actId="21"/>
          <ac:spMkLst>
            <pc:docMk/>
            <pc:sldMk cId="0" sldId="261"/>
            <ac:spMk id="9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47.238" v="605" actId="21"/>
          <ac:spMkLst>
            <pc:docMk/>
            <pc:sldMk cId="0" sldId="261"/>
            <ac:spMk id="10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51.917" v="607" actId="21"/>
          <ac:spMkLst>
            <pc:docMk/>
            <pc:sldMk cId="0" sldId="261"/>
            <ac:spMk id="11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38.656" v="603" actId="21"/>
          <ac:spMkLst>
            <pc:docMk/>
            <pc:sldMk cId="0" sldId="261"/>
            <ac:spMk id="12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03.604" v="600" actId="21"/>
          <ac:spMkLst>
            <pc:docMk/>
            <pc:sldMk cId="0" sldId="261"/>
            <ac:spMk id="14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08.354" v="601" actId="21"/>
          <ac:spMkLst>
            <pc:docMk/>
            <pc:sldMk cId="0" sldId="261"/>
            <ac:spMk id="15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00.604" v="599" actId="21"/>
          <ac:spMkLst>
            <pc:docMk/>
            <pc:sldMk cId="0" sldId="261"/>
            <ac:spMk id="16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1:06.127" v="610" actId="21"/>
          <ac:spMkLst>
            <pc:docMk/>
            <pc:sldMk cId="0" sldId="261"/>
            <ac:spMk id="18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1:13.771" v="611" actId="21"/>
          <ac:spMkLst>
            <pc:docMk/>
            <pc:sldMk cId="0" sldId="261"/>
            <ac:spMk id="19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54.892" v="608" actId="21"/>
          <ac:spMkLst>
            <pc:docMk/>
            <pc:sldMk cId="0" sldId="261"/>
            <ac:spMk id="20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20:32.417" v="602" actId="21"/>
          <ac:spMkLst>
            <pc:docMk/>
            <pc:sldMk cId="0" sldId="261"/>
            <ac:spMk id="22" creationId="{F20F7F55-D181-70F5-AA95-A6985AC71CD7}"/>
          </ac:spMkLst>
        </pc:spChg>
        <pc:spChg chg="del mod">
          <ac:chgData name="Suhabi Sen" userId="35df0f3f1ec7b79d" providerId="LiveId" clId="{4C323D2B-C7B9-45BD-A381-D63B94576F39}" dt="2026-04-17T06:21:01.316" v="609" actId="21"/>
          <ac:spMkLst>
            <pc:docMk/>
            <pc:sldMk cId="0" sldId="261"/>
            <ac:spMk id="24" creationId="{2526B3FE-52D1-D7E2-C59F-A067D7141A8F}"/>
          </ac:spMkLst>
        </pc:spChg>
        <pc:picChg chg="add mod">
          <ac:chgData name="Suhabi Sen" userId="35df0f3f1ec7b79d" providerId="LiveId" clId="{4C323D2B-C7B9-45BD-A381-D63B94576F39}" dt="2026-04-17T07:39:05.844" v="1176" actId="14100"/>
          <ac:picMkLst>
            <pc:docMk/>
            <pc:sldMk cId="0" sldId="261"/>
            <ac:picMk id="23" creationId="{FCC8D582-A7AF-5C6E-B7B0-B423C1BF4E0F}"/>
          </ac:picMkLst>
        </pc:picChg>
      </pc:sldChg>
      <pc:sldChg chg="addSp delSp modSp mod">
        <pc:chgData name="Suhabi Sen" userId="35df0f3f1ec7b79d" providerId="LiveId" clId="{4C323D2B-C7B9-45BD-A381-D63B94576F39}" dt="2026-04-17T12:50:38.512" v="1314" actId="14100"/>
        <pc:sldMkLst>
          <pc:docMk/>
          <pc:sldMk cId="0" sldId="262"/>
        </pc:sldMkLst>
        <pc:spChg chg="del">
          <ac:chgData name="Suhabi Sen" userId="35df0f3f1ec7b79d" providerId="LiveId" clId="{4C323D2B-C7B9-45BD-A381-D63B94576F39}" dt="2026-04-17T06:10:10.716" v="453" actId="21"/>
          <ac:spMkLst>
            <pc:docMk/>
            <pc:sldMk cId="0" sldId="262"/>
            <ac:spMk id="2" creationId="{FD9E258A-16CF-DA6B-C874-833BEF7B289B}"/>
          </ac:spMkLst>
        </pc:spChg>
        <pc:spChg chg="del">
          <ac:chgData name="Suhabi Sen" userId="35df0f3f1ec7b79d" providerId="LiveId" clId="{4C323D2B-C7B9-45BD-A381-D63B94576F39}" dt="2026-04-17T06:18:26.374" v="540" actId="21"/>
          <ac:spMkLst>
            <pc:docMk/>
            <pc:sldMk cId="0" sldId="262"/>
            <ac:spMk id="3" creationId="{28746547-0B2E-E369-1AED-14B2F7AFEB6F}"/>
          </ac:spMkLst>
        </pc:spChg>
        <pc:spChg chg="mod">
          <ac:chgData name="Suhabi Sen" userId="35df0f3f1ec7b79d" providerId="LiveId" clId="{4C323D2B-C7B9-45BD-A381-D63B94576F39}" dt="2026-04-17T06:10:34.445" v="456" actId="14100"/>
          <ac:spMkLst>
            <pc:docMk/>
            <pc:sldMk cId="0" sldId="262"/>
            <ac:spMk id="4" creationId="{00000000-0000-0000-0000-000000000000}"/>
          </ac:spMkLst>
        </pc:spChg>
        <pc:spChg chg="del">
          <ac:chgData name="Suhabi Sen" userId="35df0f3f1ec7b79d" providerId="LiveId" clId="{4C323D2B-C7B9-45BD-A381-D63B94576F39}" dt="2026-04-17T06:09:42.240" v="448" actId="21"/>
          <ac:spMkLst>
            <pc:docMk/>
            <pc:sldMk cId="0" sldId="262"/>
            <ac:spMk id="6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0:28.467" v="455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Suhabi Sen" userId="35df0f3f1ec7b79d" providerId="LiveId" clId="{4C323D2B-C7B9-45BD-A381-D63B94576F39}" dt="2026-04-17T12:50:38.512" v="1314" actId="14100"/>
          <ac:spMkLst>
            <pc:docMk/>
            <pc:sldMk cId="0" sldId="262"/>
            <ac:spMk id="9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4:39.832" v="501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Suhabi Sen" userId="35df0f3f1ec7b79d" providerId="LiveId" clId="{4C323D2B-C7B9-45BD-A381-D63B94576F39}" dt="2026-04-17T12:50:20.386" v="131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4:47.839" v="503" actId="14100"/>
          <ac:spMkLst>
            <pc:docMk/>
            <pc:sldMk cId="0" sldId="262"/>
            <ac:spMk id="14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5:30.829" v="512" actId="1076"/>
          <ac:spMkLst>
            <pc:docMk/>
            <pc:sldMk cId="0" sldId="262"/>
            <ac:spMk id="15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06:15:48.326" v="514" actId="21"/>
          <ac:spMkLst>
            <pc:docMk/>
            <pc:sldMk cId="0" sldId="262"/>
            <ac:spMk id="16" creationId="{00000000-0000-0000-0000-000000000000}"/>
          </ac:spMkLst>
        </pc:spChg>
        <pc:spChg chg="mod">
          <ac:chgData name="Suhabi Sen" userId="35df0f3f1ec7b79d" providerId="LiveId" clId="{4C323D2B-C7B9-45BD-A381-D63B94576F39}" dt="2026-04-17T12:50:27.885" v="131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5:11.307" v="508" actId="14100"/>
          <ac:spMkLst>
            <pc:docMk/>
            <pc:sldMk cId="0" sldId="262"/>
            <ac:spMk id="19" creationId="{00000000-0000-0000-0000-000000000000}"/>
          </ac:spMkLst>
        </pc:spChg>
        <pc:spChg chg="mod">
          <ac:chgData name="Suhabi Sen" userId="35df0f3f1ec7b79d" providerId="LiveId" clId="{4C323D2B-C7B9-45BD-A381-D63B94576F39}" dt="2026-04-17T06:18:41.322" v="583" actId="1076"/>
          <ac:spMkLst>
            <pc:docMk/>
            <pc:sldMk cId="0" sldId="262"/>
            <ac:spMk id="20" creationId="{00000000-0000-0000-0000-000000000000}"/>
          </ac:spMkLst>
        </pc:spChg>
        <pc:picChg chg="add del mod modCrop">
          <ac:chgData name="Suhabi Sen" userId="35df0f3f1ec7b79d" providerId="LiveId" clId="{4C323D2B-C7B9-45BD-A381-D63B94576F39}" dt="2026-04-17T06:13:50.201" v="489" actId="21"/>
          <ac:picMkLst>
            <pc:docMk/>
            <pc:sldMk cId="0" sldId="262"/>
            <ac:picMk id="8" creationId="{5CBDDFA6-4B91-5752-6A67-46117B29840E}"/>
          </ac:picMkLst>
        </pc:picChg>
        <pc:picChg chg="add mod modCrop">
          <ac:chgData name="Suhabi Sen" userId="35df0f3f1ec7b79d" providerId="LiveId" clId="{4C323D2B-C7B9-45BD-A381-D63B94576F39}" dt="2026-04-17T06:13:27.404" v="488" actId="1076"/>
          <ac:picMkLst>
            <pc:docMk/>
            <pc:sldMk cId="0" sldId="262"/>
            <ac:picMk id="22" creationId="{90270CEC-1AB0-CED1-E5A8-FD8654509E9D}"/>
          </ac:picMkLst>
        </pc:picChg>
        <pc:picChg chg="add mod modCrop">
          <ac:chgData name="Suhabi Sen" userId="35df0f3f1ec7b79d" providerId="LiveId" clId="{4C323D2B-C7B9-45BD-A381-D63B94576F39}" dt="2026-04-17T06:14:31.977" v="500" actId="14100"/>
          <ac:picMkLst>
            <pc:docMk/>
            <pc:sldMk cId="0" sldId="262"/>
            <ac:picMk id="24" creationId="{ABB5E972-AC34-40FD-36FA-1DF64CCA341C}"/>
          </ac:picMkLst>
        </pc:picChg>
        <pc:picChg chg="add mod modCrop">
          <ac:chgData name="Suhabi Sen" userId="35df0f3f1ec7b79d" providerId="LiveId" clId="{4C323D2B-C7B9-45BD-A381-D63B94576F39}" dt="2026-04-17T06:17:01.761" v="523" actId="1076"/>
          <ac:picMkLst>
            <pc:docMk/>
            <pc:sldMk cId="0" sldId="262"/>
            <ac:picMk id="26" creationId="{5CEEEBE3-1953-7A28-D1A9-5E5496B3680B}"/>
          </ac:picMkLst>
        </pc:picChg>
        <pc:picChg chg="add mod modCrop">
          <ac:chgData name="Suhabi Sen" userId="35df0f3f1ec7b79d" providerId="LiveId" clId="{4C323D2B-C7B9-45BD-A381-D63B94576F39}" dt="2026-04-17T06:18:12.499" v="539" actId="14100"/>
          <ac:picMkLst>
            <pc:docMk/>
            <pc:sldMk cId="0" sldId="262"/>
            <ac:picMk id="28" creationId="{0FD2154D-8781-6443-9807-957CFA6C9D8E}"/>
          </ac:picMkLst>
        </pc:picChg>
        <pc:picChg chg="add mod modCrop">
          <ac:chgData name="Suhabi Sen" userId="35df0f3f1ec7b79d" providerId="LiveId" clId="{4C323D2B-C7B9-45BD-A381-D63B94576F39}" dt="2026-04-17T06:19:23.342" v="594" actId="1076"/>
          <ac:picMkLst>
            <pc:docMk/>
            <pc:sldMk cId="0" sldId="262"/>
            <ac:picMk id="30" creationId="{1B187F7E-60DE-7AF9-B8A2-A1F51C6B61A9}"/>
          </ac:picMkLst>
        </pc:picChg>
      </pc:sldChg>
      <pc:sldChg chg="delSp mod delAnim">
        <pc:chgData name="Suhabi Sen" userId="35df0f3f1ec7b79d" providerId="LiveId" clId="{4C323D2B-C7B9-45BD-A381-D63B94576F39}" dt="2026-04-12T17:19:53.967" v="0" actId="21"/>
        <pc:sldMkLst>
          <pc:docMk/>
          <pc:sldMk cId="0" sldId="263"/>
        </pc:sldMkLst>
      </pc:sldChg>
      <pc:sldChg chg="delSp modSp mod">
        <pc:chgData name="Suhabi Sen" userId="35df0f3f1ec7b79d" providerId="LiveId" clId="{4C323D2B-C7B9-45BD-A381-D63B94576F39}" dt="2026-04-17T13:09:50.312" v="1534" actId="5793"/>
        <pc:sldMkLst>
          <pc:docMk/>
          <pc:sldMk cId="0" sldId="264"/>
        </pc:sldMkLst>
        <pc:spChg chg="mod">
          <ac:chgData name="Suhabi Sen" userId="35df0f3f1ec7b79d" providerId="LiveId" clId="{4C323D2B-C7B9-45BD-A381-D63B94576F39}" dt="2026-04-17T12:53:01.197" v="1344" actId="1076"/>
          <ac:spMkLst>
            <pc:docMk/>
            <pc:sldMk cId="0" sldId="264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9:50.312" v="1534" actId="5793"/>
          <ac:spMkLst>
            <pc:docMk/>
            <pc:sldMk cId="0" sldId="264"/>
            <ac:spMk id="14" creationId="{00000000-0000-0000-0000-000000000000}"/>
          </ac:spMkLst>
        </pc:spChg>
        <pc:spChg chg="del mod">
          <ac:chgData name="Suhabi Sen" userId="35df0f3f1ec7b79d" providerId="LiveId" clId="{4C323D2B-C7B9-45BD-A381-D63B94576F39}" dt="2026-04-17T12:05:16.206" v="1237" actId="21"/>
          <ac:spMkLst>
            <pc:docMk/>
            <pc:sldMk cId="0" sldId="264"/>
            <ac:spMk id="19" creationId="{00000000-0000-0000-0000-000000000000}"/>
          </ac:spMkLst>
        </pc:spChg>
        <pc:picChg chg="mod ord">
          <ac:chgData name="Suhabi Sen" userId="35df0f3f1ec7b79d" providerId="LiveId" clId="{4C323D2B-C7B9-45BD-A381-D63B94576F39}" dt="2026-04-17T13:09:06.377" v="1531" actId="1076"/>
          <ac:picMkLst>
            <pc:docMk/>
            <pc:sldMk cId="0" sldId="264"/>
            <ac:picMk id="20" creationId="{BAE68F53-65EE-1751-E92D-7025D978B68E}"/>
          </ac:picMkLst>
        </pc:picChg>
      </pc:sldChg>
      <pc:sldChg chg="modSp mod">
        <pc:chgData name="Suhabi Sen" userId="35df0f3f1ec7b79d" providerId="LiveId" clId="{4C323D2B-C7B9-45BD-A381-D63B94576F39}" dt="2026-04-17T13:09:21.627" v="1533" actId="123"/>
        <pc:sldMkLst>
          <pc:docMk/>
          <pc:sldMk cId="0" sldId="265"/>
        </pc:sldMkLst>
        <pc:spChg chg="mod">
          <ac:chgData name="Suhabi Sen" userId="35df0f3f1ec7b79d" providerId="LiveId" clId="{4C323D2B-C7B9-45BD-A381-D63B94576F39}" dt="2026-04-17T12:54:40.272" v="1397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Suhabi Sen" userId="35df0f3f1ec7b79d" providerId="LiveId" clId="{4C323D2B-C7B9-45BD-A381-D63B94576F39}" dt="2026-04-17T13:09:21.627" v="1533" actId="123"/>
          <ac:spMkLst>
            <pc:docMk/>
            <pc:sldMk cId="0" sldId="265"/>
            <ac:spMk id="14" creationId="{00000000-0000-0000-0000-000000000000}"/>
          </ac:spMkLst>
        </pc:spChg>
        <pc:picChg chg="mod">
          <ac:chgData name="Suhabi Sen" userId="35df0f3f1ec7b79d" providerId="LiveId" clId="{4C323D2B-C7B9-45BD-A381-D63B94576F39}" dt="2026-04-17T07:43:45.440" v="1232" actId="1076"/>
          <ac:picMkLst>
            <pc:docMk/>
            <pc:sldMk cId="0" sldId="265"/>
            <ac:picMk id="2" creationId="{412449DB-BF51-DAAE-EA83-F4C008967631}"/>
          </ac:picMkLst>
        </pc:picChg>
      </pc:sldChg>
      <pc:sldChg chg="addSp delSp modSp mod">
        <pc:chgData name="Suhabi Sen" userId="35df0f3f1ec7b79d" providerId="LiveId" clId="{4C323D2B-C7B9-45BD-A381-D63B94576F39}" dt="2026-04-17T13:07:11.042" v="1511" actId="1076"/>
        <pc:sldMkLst>
          <pc:docMk/>
          <pc:sldMk cId="121223606" sldId="268"/>
        </pc:sldMkLst>
        <pc:spChg chg="del">
          <ac:chgData name="Suhabi Sen" userId="35df0f3f1ec7b79d" providerId="LiveId" clId="{4C323D2B-C7B9-45BD-A381-D63B94576F39}" dt="2026-04-17T13:00:23.470" v="1438" actId="21"/>
          <ac:spMkLst>
            <pc:docMk/>
            <pc:sldMk cId="121223606" sldId="268"/>
            <ac:spMk id="26" creationId="{F6EFB0EF-7703-7494-23F3-447E8212E82C}"/>
          </ac:spMkLst>
        </pc:spChg>
        <pc:spChg chg="add del">
          <ac:chgData name="Suhabi Sen" userId="35df0f3f1ec7b79d" providerId="LiveId" clId="{4C323D2B-C7B9-45BD-A381-D63B94576F39}" dt="2026-04-17T13:00:16.266" v="1437" actId="21"/>
          <ac:spMkLst>
            <pc:docMk/>
            <pc:sldMk cId="121223606" sldId="268"/>
            <ac:spMk id="27" creationId="{6496B73C-492C-D291-96B8-E43E14C8FAA2}"/>
          </ac:spMkLst>
        </pc:spChg>
        <pc:spChg chg="del">
          <ac:chgData name="Suhabi Sen" userId="35df0f3f1ec7b79d" providerId="LiveId" clId="{4C323D2B-C7B9-45BD-A381-D63B94576F39}" dt="2026-04-17T13:00:05.634" v="1434" actId="21"/>
          <ac:spMkLst>
            <pc:docMk/>
            <pc:sldMk cId="121223606" sldId="268"/>
            <ac:spMk id="37" creationId="{5C625783-92B2-DC5B-8FD1-37C543601D33}"/>
          </ac:spMkLst>
        </pc:spChg>
        <pc:spChg chg="add mod">
          <ac:chgData name="Suhabi Sen" userId="35df0f3f1ec7b79d" providerId="LiveId" clId="{4C323D2B-C7B9-45BD-A381-D63B94576F39}" dt="2026-04-17T13:07:11.042" v="1511" actId="1076"/>
          <ac:spMkLst>
            <pc:docMk/>
            <pc:sldMk cId="121223606" sldId="268"/>
            <ac:spMk id="38" creationId="{3913132C-9CB1-DFE3-3149-66981B749FA7}"/>
          </ac:spMkLst>
        </pc:spChg>
        <pc:spChg chg="mod">
          <ac:chgData name="Suhabi Sen" userId="35df0f3f1ec7b79d" providerId="LiveId" clId="{4C323D2B-C7B9-45BD-A381-D63B94576F39}" dt="2026-04-17T13:06:34.454" v="1470" actId="1076"/>
          <ac:spMkLst>
            <pc:docMk/>
            <pc:sldMk cId="121223606" sldId="268"/>
            <ac:spMk id="40" creationId="{EEE29F0A-1253-B8CE-E742-41B8B6EB922D}"/>
          </ac:spMkLst>
        </pc:spChg>
        <pc:spChg chg="mod">
          <ac:chgData name="Suhabi Sen" userId="35df0f3f1ec7b79d" providerId="LiveId" clId="{4C323D2B-C7B9-45BD-A381-D63B94576F39}" dt="2026-04-17T13:06:22.722" v="1467" actId="1076"/>
          <ac:spMkLst>
            <pc:docMk/>
            <pc:sldMk cId="121223606" sldId="268"/>
            <ac:spMk id="41" creationId="{3403BDBE-05E2-50C5-0F55-4F0483352E2C}"/>
          </ac:spMkLst>
        </pc:spChg>
        <pc:spChg chg="mod">
          <ac:chgData name="Suhabi Sen" userId="35df0f3f1ec7b79d" providerId="LiveId" clId="{4C323D2B-C7B9-45BD-A381-D63B94576F39}" dt="2026-04-17T13:06:29.268" v="1469" actId="1076"/>
          <ac:spMkLst>
            <pc:docMk/>
            <pc:sldMk cId="121223606" sldId="268"/>
            <ac:spMk id="42" creationId="{2E9FAC26-1E84-D690-0FD4-B1A364AF40DE}"/>
          </ac:spMkLst>
        </pc:spChg>
        <pc:spChg chg="mod">
          <ac:chgData name="Suhabi Sen" userId="35df0f3f1ec7b79d" providerId="LiveId" clId="{4C323D2B-C7B9-45BD-A381-D63B94576F39}" dt="2026-04-17T13:06:19.162" v="1466" actId="1076"/>
          <ac:spMkLst>
            <pc:docMk/>
            <pc:sldMk cId="121223606" sldId="268"/>
            <ac:spMk id="43" creationId="{B84F91E2-C42E-10B3-A03A-88AA58AF1258}"/>
          </ac:spMkLst>
        </pc:spChg>
        <pc:grpChg chg="mod">
          <ac:chgData name="Suhabi Sen" userId="35df0f3f1ec7b79d" providerId="LiveId" clId="{4C323D2B-C7B9-45BD-A381-D63B94576F39}" dt="2026-04-17T13:00:28.511" v="1439" actId="1076"/>
          <ac:grpSpMkLst>
            <pc:docMk/>
            <pc:sldMk cId="121223606" sldId="268"/>
            <ac:grpSpMk id="47" creationId="{1E9CDC51-FF0E-F171-6762-BB19A05B4D8E}"/>
          </ac:grpSpMkLst>
        </pc:grpChg>
        <pc:picChg chg="mod">
          <ac:chgData name="Suhabi Sen" userId="35df0f3f1ec7b79d" providerId="LiveId" clId="{4C323D2B-C7B9-45BD-A381-D63B94576F39}" dt="2026-04-17T13:06:26.320" v="1468" actId="1076"/>
          <ac:picMkLst>
            <pc:docMk/>
            <pc:sldMk cId="121223606" sldId="268"/>
            <ac:picMk id="50" creationId="{C926F708-70B7-B0DB-A148-0FA2830D925D}"/>
          </ac:picMkLst>
        </pc:picChg>
        <pc:picChg chg="mod">
          <ac:chgData name="Suhabi Sen" userId="35df0f3f1ec7b79d" providerId="LiveId" clId="{4C323D2B-C7B9-45BD-A381-D63B94576F39}" dt="2026-04-17T13:06:15.572" v="1465" actId="1076"/>
          <ac:picMkLst>
            <pc:docMk/>
            <pc:sldMk cId="121223606" sldId="268"/>
            <ac:picMk id="51" creationId="{EC8FEF14-C75E-1155-0600-B4343B3F57F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hyperlink" Target="https://drive.google.com/file/d/1DiJiLFEGla6qFs8znknrmt70lVH1aiVa/view?usp=drive_link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0" y="2872291"/>
            <a:ext cx="4440106" cy="431080"/>
            <a:chOff x="0" y="2985846"/>
            <a:chExt cx="4271648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42622" cy="431080"/>
              <a:chOff x="0" y="-38100"/>
              <a:chExt cx="4374698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18856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2239" y="3141421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855556" y="3863438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847486" y="3962301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Suhabi Sen 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429808" y="3819300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135411" y="3867590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129183" y="3971761"/>
            <a:ext cx="2272871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suhabisen@gmail.com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2664957" y="3854046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54979" y="4378589"/>
            <a:ext cx="2278351" cy="347506"/>
            <a:chOff x="3134219" y="4336795"/>
            <a:chExt cx="2278351" cy="347506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4219" y="4336795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 err="1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Umamaheswari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913132C-9CB1-DFE3-3149-66981B749FA7}"/>
              </a:ext>
            </a:extLst>
          </p:cNvPr>
          <p:cNvSpPr txBox="1"/>
          <p:nvPr/>
        </p:nvSpPr>
        <p:spPr>
          <a:xfrm>
            <a:off x="2342379" y="3411413"/>
            <a:ext cx="2968797" cy="66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[</a:t>
            </a:r>
            <a:r>
              <a:rPr lang="en-IN" b="1" dirty="0" err="1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NeuroVista</a:t>
            </a: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IN" b="1" dirty="0" err="1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DataVine</a:t>
            </a: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]</a:t>
            </a:r>
            <a:endParaRPr lang="en-IN" sz="1050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I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459713"/>
            <a:ext cx="8229600" cy="458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15009" y="859900"/>
            <a:ext cx="7073023" cy="46063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This project addresses the challenges of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Skill-mismatch, Credential Inflation, Ghost Hiring, Disguised Unemployment, Re-training and Return to education, Estimation Bias and Industry- Education gap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Primary Beneficiaries and Stakeholders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and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Secondary Beneficiaries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through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comparison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of the job markets in the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United States of America and India</a:t>
            </a:r>
            <a:r>
              <a:rPr lang="en-IN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  <a:endParaRPr lang="en-US" dirty="0">
              <a:solidFill>
                <a:schemeClr val="tx1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Goal-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develop a data-driven analytical framework, evaluate and interpret the data science job market, with a focus on improving transparency, compensation alignment, and workforce decision-making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Tools and Technologies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-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Microsoft Excel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Power BI, Power BI Q&amp;A Visual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Microsoft Copilot Studio Agent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 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Approach</a:t>
            </a:r>
            <a:r>
              <a:rPr lang="en-IN" b="1" dirty="0"/>
              <a:t>:</a:t>
            </a:r>
            <a:endParaRPr lang="en-IN" dirty="0"/>
          </a:p>
          <a:p>
            <a:pPr algn="just"/>
            <a:r>
              <a:rPr lang="en-IN" dirty="0"/>
              <a:t>Data Structuring → AI Analysis → Dashboard Insights → AI Assistant</a:t>
            </a:r>
          </a:p>
          <a:p>
            <a:pPr algn="just"/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sz="1400" dirty="0"/>
              <a:t>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7230469" y="1813766"/>
            <a:ext cx="1798522" cy="1746944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0455" y="2673160"/>
            <a:ext cx="1759055" cy="1535071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4384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62956" y="821371"/>
            <a:ext cx="7246188" cy="410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The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core problem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addressed in this project is the WAGE CHASM (</a:t>
            </a:r>
            <a:r>
              <a:rPr lang="en-IN" dirty="0">
                <a:solidFill>
                  <a:schemeClr val="accent2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38.7x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) between US and India 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Gaps include-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lack of transparency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miscommunication between stakeholders (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India's </a:t>
            </a:r>
            <a:r>
              <a:rPr lang="en-US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28.4% 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salary non-disclosure rate)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Job postings datasets are often highly unstructured, containing inconsistencies,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lack of prompt engineering/ digital literacy 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skills of applicants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Directly affects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strategic human resource management and organizational competitiveness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.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Stakeholders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Limitations- Lack of Integrated Analytical Frameworks, Static and Non-Interactive Reporting, Limited Predictive Capabilities, Accessibility Challenges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4054" y="137206"/>
            <a:ext cx="4172193" cy="3576166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469433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7" y="818428"/>
            <a:ext cx="6002810" cy="217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Approach: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Structuring → AI Analysis → Dashboard Insights → AI Assistant </a:t>
            </a:r>
          </a:p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Impact: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Individual: Career guidance </a:t>
            </a: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Organizational: Better hiring decisions </a:t>
            </a: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Societal: Reduced skill gap &amp; improved workforce alignment</a:t>
            </a:r>
          </a:p>
          <a:p>
            <a:pPr marL="0" indent="0">
              <a:buNone/>
            </a:pP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99CEDB-26C4-8DDB-9CDD-777E221E2295}"/>
              </a:ext>
            </a:extLst>
          </p:cNvPr>
          <p:cNvSpPr txBox="1"/>
          <p:nvPr/>
        </p:nvSpPr>
        <p:spPr>
          <a:xfrm>
            <a:off x="125486" y="3062093"/>
            <a:ext cx="7286603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Key Innovations of the Proposed Solution</a:t>
            </a:r>
          </a:p>
          <a:p>
            <a:pPr algn="just"/>
            <a:endParaRPr lang="en-US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Combines </a:t>
            </a:r>
            <a:r>
              <a:rPr lang="en-US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analytics (Excel and Power BI) + AI (Microsoft Copilot Studio) having human-centric design</a:t>
            </a: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  <a:p>
            <a:pPr algn="just"/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E.g. Salary prediction model act as a salary negotiation tool</a:t>
            </a:r>
          </a:p>
          <a:p>
            <a:endParaRPr lang="en-US" sz="1600" dirty="0"/>
          </a:p>
          <a:p>
            <a:endParaRPr lang="en-IN" dirty="0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41389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5408" y="3570053"/>
            <a:ext cx="3790980" cy="6604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A499B8-CF77-CA20-2F55-5C09D3674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23165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C8D582-A7AF-5C6E-B7B0-B423C1BF4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02" y="775732"/>
            <a:ext cx="7135706" cy="4218299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375165"/>
            <a:ext cx="8118121" cy="3548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35937" y="690300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92024" y="1160584"/>
            <a:ext cx="2857458" cy="37769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41720" y="1256937"/>
            <a:ext cx="2514600" cy="3059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1: US and India Salary Prediction Models 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06410" y="690300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1160584"/>
            <a:ext cx="2788920" cy="3691655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585296" y="1262555"/>
            <a:ext cx="24203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2: </a:t>
            </a:r>
            <a:r>
              <a:rPr lang="en-IN" sz="1600" b="1" dirty="0"/>
              <a:t>AI Chatbot (</a:t>
            </a:r>
            <a:r>
              <a:rPr lang="en-IN" sz="1600" b="1" dirty="0" err="1"/>
              <a:t>NeuroVista</a:t>
            </a:r>
            <a:r>
              <a:rPr lang="en-IN" sz="1600" b="1" dirty="0"/>
              <a:t> Assistant)</a:t>
            </a:r>
          </a:p>
        </p:txBody>
      </p:sp>
      <p:sp>
        <p:nvSpPr>
          <p:cNvPr id="17" name="Shape 15"/>
          <p:cNvSpPr/>
          <p:nvPr/>
        </p:nvSpPr>
        <p:spPr>
          <a:xfrm>
            <a:off x="6901290" y="657302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1160584"/>
            <a:ext cx="2788920" cy="369165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58484" y="1236757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3: </a:t>
            </a:r>
            <a:r>
              <a:rPr lang="en-IN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Executive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0270CEC-1AB0-CED1-E5A8-FD8654509E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005" r="24099" b="22564"/>
          <a:stretch>
            <a:fillRect/>
          </a:stretch>
        </p:blipFill>
        <p:spPr>
          <a:xfrm>
            <a:off x="233638" y="3234740"/>
            <a:ext cx="2815844" cy="16174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BB5E972-AC34-40FD-36FA-1DF64CCA341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08" r="27905" b="3708"/>
          <a:stretch>
            <a:fillRect/>
          </a:stretch>
        </p:blipFill>
        <p:spPr>
          <a:xfrm>
            <a:off x="206961" y="1648237"/>
            <a:ext cx="2815844" cy="158650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CEEEBE3-1953-7A28-D1A9-5E5496B3680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61" t="3486" r="1435"/>
          <a:stretch>
            <a:fillRect/>
          </a:stretch>
        </p:blipFill>
        <p:spPr>
          <a:xfrm>
            <a:off x="3220996" y="1684566"/>
            <a:ext cx="2759785" cy="163540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FD2154D-8781-6443-9807-957CFA6C9D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3899" t="6365" r="636" b="929"/>
          <a:stretch>
            <a:fillRect/>
          </a:stretch>
        </p:blipFill>
        <p:spPr>
          <a:xfrm>
            <a:off x="3159964" y="3152032"/>
            <a:ext cx="2847643" cy="166176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B187F7E-60DE-7AF9-B8A2-A1F51C6B61A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7294" r="36700" b="22564"/>
          <a:stretch>
            <a:fillRect/>
          </a:stretch>
        </p:blipFill>
        <p:spPr>
          <a:xfrm>
            <a:off x="6174516" y="2028902"/>
            <a:ext cx="2772888" cy="182435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801568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423379"/>
            <a:ext cx="8412480" cy="52484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571137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22376" y="567943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973836" y="579933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48740" y="555953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1367028" y="550759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hlinkClick r:id="rId4"/>
              </a:rPr>
              <a:t>https://drive.google.com/file/d/1DiJiLFEGla6qFs8znknrmt70lVH1aiVa/view?usp=drive_link</a:t>
            </a:r>
            <a:r>
              <a:rPr lang="en-US" sz="900" dirty="0"/>
              <a:t> </a:t>
            </a:r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6942571" y="1168518"/>
            <a:ext cx="2201429" cy="2025129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96963" y="43697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0" y="729606"/>
            <a:ext cx="7424201" cy="4048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Challenges Addressed- understanding job market dynamics in the United States of America and India, and skill requirements in the data science domain</a:t>
            </a: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where rapid technological changes often create a gap between industry expectations and workforce readiness</a:t>
            </a:r>
          </a:p>
          <a:p>
            <a:pPr algn="just"/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Learning objective success in </a:t>
            </a:r>
          </a:p>
          <a:p>
            <a:pPr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Practical experience in data analytics and visualization </a:t>
            </a:r>
          </a:p>
          <a:p>
            <a:pPr lvl="0"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Hands-on exposure to AI Chatbot integration in business workflows </a:t>
            </a:r>
          </a:p>
          <a:p>
            <a:pPr lvl="0" algn="just"/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 deeper understanding of how data influences economic and organizational decision-making </a:t>
            </a:r>
          </a:p>
          <a:p>
            <a:pPr algn="just"/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data-driven approaches in shaping economic and workforce policies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this project serves as a </a:t>
            </a: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scalable and impactful model for intelligent job market analysis</a:t>
            </a:r>
            <a:endParaRPr lang="en-IN" sz="16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214080" y="54989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6" y="1052473"/>
            <a:ext cx="4581978" cy="3234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 algn="just">
              <a:buAutoNum type="arabicPeriod"/>
            </a:pPr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Integration of Real-Time Data Pipelines</a:t>
            </a:r>
          </a:p>
          <a:p>
            <a:pPr algn="just"/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2. Implementation of Machine Learning Models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endParaRPr lang="en-IN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just"/>
            <a:r>
              <a:rPr lang="en-IN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3. Development of a User-Friendly Application Interface and productise as a Public tool</a:t>
            </a:r>
            <a:endParaRPr lang="en-IN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IN" dirty="0"/>
          </a:p>
          <a:p>
            <a:endParaRPr lang="en-IN" sz="1600" b="1" dirty="0"/>
          </a:p>
          <a:p>
            <a:endParaRPr lang="en-IN" sz="1600" b="1" dirty="0"/>
          </a:p>
          <a:p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457" y="2095208"/>
            <a:ext cx="3951297" cy="29634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3327</TotalTime>
  <Words>537</Words>
  <Application>Microsoft Office PowerPoint</Application>
  <PresentationFormat>On-screen Show (16:9)</PresentationFormat>
  <Paragraphs>82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Suhabi Sen</cp:lastModifiedBy>
  <cp:revision>27</cp:revision>
  <dcterms:created xsi:type="dcterms:W3CDTF">2026-02-18T09:17:23Z</dcterms:created>
  <dcterms:modified xsi:type="dcterms:W3CDTF">2026-04-17T13:10:00Z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