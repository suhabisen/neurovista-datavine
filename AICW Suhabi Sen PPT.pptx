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2AB648-2B9C-45DD-BAF8-E337796C9EF2}">
          <p14:sldIdLst>
            <p14:sldId id="268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014DA-3876-4902-976E-3F5ECB789221}" v="16" dt="2026-04-23T13:07:08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bi Sen" userId="35df0f3f1ec7b79d" providerId="LiveId" clId="{4C323D2B-C7B9-45BD-A381-D63B94576F39}"/>
    <pc:docChg chg="undo redo custSel modSld">
      <pc:chgData name="Suhabi Sen" userId="35df0f3f1ec7b79d" providerId="LiveId" clId="{4C323D2B-C7B9-45BD-A381-D63B94576F39}" dt="2026-04-24T15:17:36.126" v="2084" actId="20577"/>
      <pc:docMkLst>
        <pc:docMk/>
      </pc:docMkLst>
      <pc:sldChg chg="modSp mod">
        <pc:chgData name="Suhabi Sen" userId="35df0f3f1ec7b79d" providerId="LiveId" clId="{4C323D2B-C7B9-45BD-A381-D63B94576F39}" dt="2026-04-24T15:17:36.126" v="2084" actId="20577"/>
        <pc:sldMkLst>
          <pc:docMk/>
          <pc:sldMk cId="0" sldId="258"/>
        </pc:sldMkLst>
        <pc:spChg chg="mod">
          <ac:chgData name="Suhabi Sen" userId="35df0f3f1ec7b79d" providerId="LiveId" clId="{4C323D2B-C7B9-45BD-A381-D63B94576F39}" dt="2026-04-23T13:14:10.602" v="1984" actId="1076"/>
          <ac:spMkLst>
            <pc:docMk/>
            <pc:sldMk cId="0" sldId="258"/>
            <ac:spMk id="2" creationId="{AA7F05EE-340D-A58A-BAD0-FB0660B2D339}"/>
          </ac:spMkLst>
        </pc:spChg>
        <pc:spChg chg="mod">
          <ac:chgData name="Suhabi Sen" userId="35df0f3f1ec7b79d" providerId="LiveId" clId="{4C323D2B-C7B9-45BD-A381-D63B94576F39}" dt="2026-04-24T15:17:36.126" v="2084" actId="20577"/>
          <ac:spMkLst>
            <pc:docMk/>
            <pc:sldMk cId="0" sldId="258"/>
            <ac:spMk id="7" creationId="{38849028-F25C-7DA0-DE56-0DC142EECABD}"/>
          </ac:spMkLst>
        </pc:spChg>
      </pc:sldChg>
      <pc:sldChg chg="modSp mod">
        <pc:chgData name="Suhabi Sen" userId="35df0f3f1ec7b79d" providerId="LiveId" clId="{4C323D2B-C7B9-45BD-A381-D63B94576F39}" dt="2026-04-23T13:17:28.744" v="2018" actId="14100"/>
        <pc:sldMkLst>
          <pc:docMk/>
          <pc:sldMk cId="0" sldId="259"/>
        </pc:sldMkLst>
        <pc:spChg chg="mod">
          <ac:chgData name="Suhabi Sen" userId="35df0f3f1ec7b79d" providerId="LiveId" clId="{4C323D2B-C7B9-45BD-A381-D63B94576F39}" dt="2026-04-16T12:48:39.032" v="1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uhabi Sen" userId="35df0f3f1ec7b79d" providerId="LiveId" clId="{4C323D2B-C7B9-45BD-A381-D63B94576F39}" dt="2026-04-23T13:11:10.146" v="1942" actId="1076"/>
          <ac:spMkLst>
            <pc:docMk/>
            <pc:sldMk cId="0" sldId="259"/>
            <ac:spMk id="6" creationId="{EE76AC24-5CB7-D860-6A01-E6D8ABD38610}"/>
          </ac:spMkLst>
        </pc:spChg>
        <pc:picChg chg="mod">
          <ac:chgData name="Suhabi Sen" userId="35df0f3f1ec7b79d" providerId="LiveId" clId="{4C323D2B-C7B9-45BD-A381-D63B94576F39}" dt="2026-04-23T13:17:28.744" v="2018" actId="14100"/>
          <ac:picMkLst>
            <pc:docMk/>
            <pc:sldMk cId="0" sldId="259"/>
            <ac:picMk id="3" creationId="{327B2E24-A610-1C01-FCDD-9B6B67A72E49}"/>
          </ac:picMkLst>
        </pc:picChg>
      </pc:sldChg>
      <pc:sldChg chg="modSp mod">
        <pc:chgData name="Suhabi Sen" userId="35df0f3f1ec7b79d" providerId="LiveId" clId="{4C323D2B-C7B9-45BD-A381-D63B94576F39}" dt="2026-04-23T13:11:56.015" v="1953" actId="1076"/>
        <pc:sldMkLst>
          <pc:docMk/>
          <pc:sldMk cId="0" sldId="260"/>
        </pc:sldMkLst>
        <pc:spChg chg="mod">
          <ac:chgData name="Suhabi Sen" userId="35df0f3f1ec7b79d" providerId="LiveId" clId="{4C323D2B-C7B9-45BD-A381-D63B94576F39}" dt="2026-04-23T13:11:48.336" v="1951" actId="1076"/>
          <ac:spMkLst>
            <pc:docMk/>
            <pc:sldMk cId="0" sldId="260"/>
            <ac:spMk id="2" creationId="{1699CEDB-26C4-8DDB-9CDD-777E221E2295}"/>
          </ac:spMkLst>
        </pc:spChg>
        <pc:spChg chg="mod">
          <ac:chgData name="Suhabi Sen" userId="35df0f3f1ec7b79d" providerId="LiveId" clId="{4C323D2B-C7B9-45BD-A381-D63B94576F39}" dt="2026-04-16T13:08:39.611" v="288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uhabi Sen" userId="35df0f3f1ec7b79d" providerId="LiveId" clId="{4C323D2B-C7B9-45BD-A381-D63B94576F39}" dt="2026-04-23T13:11:44.033" v="1950" actId="14100"/>
          <ac:spMkLst>
            <pc:docMk/>
            <pc:sldMk cId="0" sldId="260"/>
            <ac:spMk id="5" creationId="{00000000-0000-0000-0000-000000000000}"/>
          </ac:spMkLst>
        </pc:spChg>
        <pc:picChg chg="mod">
          <ac:chgData name="Suhabi Sen" userId="35df0f3f1ec7b79d" providerId="LiveId" clId="{4C323D2B-C7B9-45BD-A381-D63B94576F39}" dt="2026-04-23T13:11:56.015" v="1953" actId="1076"/>
          <ac:picMkLst>
            <pc:docMk/>
            <pc:sldMk cId="0" sldId="260"/>
            <ac:picMk id="8" creationId="{F1F49F94-4102-44CC-056B-FA1BB4DA8DA6}"/>
          </ac:picMkLst>
        </pc:picChg>
      </pc:sldChg>
      <pc:sldChg chg="addSp delSp modSp mod">
        <pc:chgData name="Suhabi Sen" userId="35df0f3f1ec7b79d" providerId="LiveId" clId="{4C323D2B-C7B9-45BD-A381-D63B94576F39}" dt="2026-04-18T09:16:21.141" v="1679" actId="1076"/>
        <pc:sldMkLst>
          <pc:docMk/>
          <pc:sldMk cId="0" sldId="261"/>
        </pc:sldMkLst>
        <pc:spChg chg="add del">
          <ac:chgData name="Suhabi Sen" userId="35df0f3f1ec7b79d" providerId="LiveId" clId="{4C323D2B-C7B9-45BD-A381-D63B94576F39}" dt="2026-04-18T09:11:00.089" v="1536" actId="21"/>
          <ac:spMkLst>
            <pc:docMk/>
            <pc:sldMk cId="0" sldId="261"/>
            <ac:spMk id="4" creationId="{00000000-0000-0000-0000-000000000000}"/>
          </ac:spMkLst>
        </pc:spChg>
        <pc:picChg chg="add mod modCrop">
          <ac:chgData name="Suhabi Sen" userId="35df0f3f1ec7b79d" providerId="LiveId" clId="{4C323D2B-C7B9-45BD-A381-D63B94576F39}" dt="2026-04-18T09:16:21.141" v="1679" actId="1076"/>
          <ac:picMkLst>
            <pc:docMk/>
            <pc:sldMk cId="0" sldId="261"/>
            <ac:picMk id="23" creationId="{FCC8D582-A7AF-5C6E-B7B0-B423C1BF4E0F}"/>
          </ac:picMkLst>
        </pc:picChg>
      </pc:sldChg>
      <pc:sldChg chg="addSp delSp modSp mod">
        <pc:chgData name="Suhabi Sen" userId="35df0f3f1ec7b79d" providerId="LiveId" clId="{4C323D2B-C7B9-45BD-A381-D63B94576F39}" dt="2026-04-23T13:17:54.019" v="2019" actId="14100"/>
        <pc:sldMkLst>
          <pc:docMk/>
          <pc:sldMk cId="0" sldId="262"/>
        </pc:sldMkLst>
        <pc:spChg chg="add mod">
          <ac:chgData name="Suhabi Sen" userId="35df0f3f1ec7b79d" providerId="LiveId" clId="{4C323D2B-C7B9-45BD-A381-D63B94576F39}" dt="2026-04-22T13:04:16.313" v="1798" actId="14100"/>
          <ac:spMkLst>
            <pc:docMk/>
            <pc:sldMk cId="0" sldId="262"/>
            <ac:spMk id="2" creationId="{625C5B3A-41CB-B5E5-A329-F72AD5B68956}"/>
          </ac:spMkLst>
        </pc:spChg>
        <pc:spChg chg="add mod">
          <ac:chgData name="Suhabi Sen" userId="35df0f3f1ec7b79d" providerId="LiveId" clId="{4C323D2B-C7B9-45BD-A381-D63B94576F39}" dt="2026-04-23T13:07:08.248" v="1878" actId="20577"/>
          <ac:spMkLst>
            <pc:docMk/>
            <pc:sldMk cId="0" sldId="262"/>
            <ac:spMk id="3" creationId="{0C258634-B169-7317-AC97-D64692196CF0}"/>
          </ac:spMkLst>
        </pc:spChg>
        <pc:spChg chg="mod">
          <ac:chgData name="Suhabi Sen" userId="35df0f3f1ec7b79d" providerId="LiveId" clId="{4C323D2B-C7B9-45BD-A381-D63B94576F39}" dt="2026-04-17T06:10:34.445" v="456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0:28.467" v="455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uhabi Sen" userId="35df0f3f1ec7b79d" providerId="LiveId" clId="{4C323D2B-C7B9-45BD-A381-D63B94576F39}" dt="2026-04-17T12:50:38.512" v="1314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4:39.832" v="50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uhabi Sen" userId="35df0f3f1ec7b79d" providerId="LiveId" clId="{4C323D2B-C7B9-45BD-A381-D63B94576F39}" dt="2026-04-17T12:50:20.386" v="131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4:47.839" v="503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5:30.829" v="51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uhabi Sen" userId="35df0f3f1ec7b79d" providerId="LiveId" clId="{4C323D2B-C7B9-45BD-A381-D63B94576F39}" dt="2026-04-17T12:50:27.885" v="1313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5:11.307" v="508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uhabi Sen" userId="35df0f3f1ec7b79d" providerId="LiveId" clId="{4C323D2B-C7B9-45BD-A381-D63B94576F39}" dt="2026-04-17T06:18:41.322" v="583" actId="1076"/>
          <ac:spMkLst>
            <pc:docMk/>
            <pc:sldMk cId="0" sldId="262"/>
            <ac:spMk id="20" creationId="{00000000-0000-0000-0000-000000000000}"/>
          </ac:spMkLst>
        </pc:spChg>
        <pc:picChg chg="add mod modCrop">
          <ac:chgData name="Suhabi Sen" userId="35df0f3f1ec7b79d" providerId="LiveId" clId="{4C323D2B-C7B9-45BD-A381-D63B94576F39}" dt="2026-04-17T06:13:27.404" v="488" actId="1076"/>
          <ac:picMkLst>
            <pc:docMk/>
            <pc:sldMk cId="0" sldId="262"/>
            <ac:picMk id="22" creationId="{90270CEC-1AB0-CED1-E5A8-FD8654509E9D}"/>
          </ac:picMkLst>
        </pc:picChg>
        <pc:picChg chg="add mod modCrop">
          <ac:chgData name="Suhabi Sen" userId="35df0f3f1ec7b79d" providerId="LiveId" clId="{4C323D2B-C7B9-45BD-A381-D63B94576F39}" dt="2026-04-17T06:14:31.977" v="500" actId="14100"/>
          <ac:picMkLst>
            <pc:docMk/>
            <pc:sldMk cId="0" sldId="262"/>
            <ac:picMk id="24" creationId="{ABB5E972-AC34-40FD-36FA-1DF64CCA341C}"/>
          </ac:picMkLst>
        </pc:picChg>
        <pc:picChg chg="add mod modCrop">
          <ac:chgData name="Suhabi Sen" userId="35df0f3f1ec7b79d" providerId="LiveId" clId="{4C323D2B-C7B9-45BD-A381-D63B94576F39}" dt="2026-04-17T06:17:01.761" v="523" actId="1076"/>
          <ac:picMkLst>
            <pc:docMk/>
            <pc:sldMk cId="0" sldId="262"/>
            <ac:picMk id="26" creationId="{5CEEEBE3-1953-7A28-D1A9-5E5496B3680B}"/>
          </ac:picMkLst>
        </pc:picChg>
        <pc:picChg chg="add mod modCrop">
          <ac:chgData name="Suhabi Sen" userId="35df0f3f1ec7b79d" providerId="LiveId" clId="{4C323D2B-C7B9-45BD-A381-D63B94576F39}" dt="2026-04-23T13:17:54.019" v="2019" actId="14100"/>
          <ac:picMkLst>
            <pc:docMk/>
            <pc:sldMk cId="0" sldId="262"/>
            <ac:picMk id="28" creationId="{0FD2154D-8781-6443-9807-957CFA6C9D8E}"/>
          </ac:picMkLst>
        </pc:picChg>
        <pc:picChg chg="add mod modCrop">
          <ac:chgData name="Suhabi Sen" userId="35df0f3f1ec7b79d" providerId="LiveId" clId="{4C323D2B-C7B9-45BD-A381-D63B94576F39}" dt="2026-04-17T06:19:23.342" v="594" actId="1076"/>
          <ac:picMkLst>
            <pc:docMk/>
            <pc:sldMk cId="0" sldId="262"/>
            <ac:picMk id="30" creationId="{1B187F7E-60DE-7AF9-B8A2-A1F51C6B61A9}"/>
          </ac:picMkLst>
        </pc:picChg>
      </pc:sldChg>
      <pc:sldChg chg="delSp modSp mod delAnim">
        <pc:chgData name="Suhabi Sen" userId="35df0f3f1ec7b79d" providerId="LiveId" clId="{4C323D2B-C7B9-45BD-A381-D63B94576F39}" dt="2026-04-19T17:18:32.660" v="1770" actId="20577"/>
        <pc:sldMkLst>
          <pc:docMk/>
          <pc:sldMk cId="0" sldId="263"/>
        </pc:sldMkLst>
        <pc:spChg chg="mod">
          <ac:chgData name="Suhabi Sen" userId="35df0f3f1ec7b79d" providerId="LiveId" clId="{4C323D2B-C7B9-45BD-A381-D63B94576F39}" dt="2026-04-19T17:18:32.660" v="1770" actId="20577"/>
          <ac:spMkLst>
            <pc:docMk/>
            <pc:sldMk cId="0" sldId="263"/>
            <ac:spMk id="12" creationId="{00000000-0000-0000-0000-000000000000}"/>
          </ac:spMkLst>
        </pc:spChg>
      </pc:sldChg>
      <pc:sldChg chg="delSp modSp mod">
        <pc:chgData name="Suhabi Sen" userId="35df0f3f1ec7b79d" providerId="LiveId" clId="{4C323D2B-C7B9-45BD-A381-D63B94576F39}" dt="2026-04-23T13:19:36.924" v="2020" actId="14100"/>
        <pc:sldMkLst>
          <pc:docMk/>
          <pc:sldMk cId="0" sldId="264"/>
        </pc:sldMkLst>
        <pc:spChg chg="mod">
          <ac:chgData name="Suhabi Sen" userId="35df0f3f1ec7b79d" providerId="LiveId" clId="{4C323D2B-C7B9-45BD-A381-D63B94576F39}" dt="2026-04-17T12:53:01.197" v="1344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uhabi Sen" userId="35df0f3f1ec7b79d" providerId="LiveId" clId="{4C323D2B-C7B9-45BD-A381-D63B94576F39}" dt="2026-04-23T13:19:36.924" v="2020" actId="14100"/>
          <ac:spMkLst>
            <pc:docMk/>
            <pc:sldMk cId="0" sldId="264"/>
            <ac:spMk id="14" creationId="{00000000-0000-0000-0000-000000000000}"/>
          </ac:spMkLst>
        </pc:spChg>
        <pc:picChg chg="mod ord">
          <ac:chgData name="Suhabi Sen" userId="35df0f3f1ec7b79d" providerId="LiveId" clId="{4C323D2B-C7B9-45BD-A381-D63B94576F39}" dt="2026-04-23T13:06:43.847" v="1876" actId="1076"/>
          <ac:picMkLst>
            <pc:docMk/>
            <pc:sldMk cId="0" sldId="264"/>
            <ac:picMk id="20" creationId="{BAE68F53-65EE-1751-E92D-7025D978B68E}"/>
          </ac:picMkLst>
        </pc:picChg>
      </pc:sldChg>
      <pc:sldChg chg="modSp mod">
        <pc:chgData name="Suhabi Sen" userId="35df0f3f1ec7b79d" providerId="LiveId" clId="{4C323D2B-C7B9-45BD-A381-D63B94576F39}" dt="2026-04-23T13:10:36.964" v="1940" actId="14100"/>
        <pc:sldMkLst>
          <pc:docMk/>
          <pc:sldMk cId="0" sldId="265"/>
        </pc:sldMkLst>
        <pc:spChg chg="mod">
          <ac:chgData name="Suhabi Sen" userId="35df0f3f1ec7b79d" providerId="LiveId" clId="{4C323D2B-C7B9-45BD-A381-D63B94576F39}" dt="2026-04-17T12:54:40.272" v="139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uhabi Sen" userId="35df0f3f1ec7b79d" providerId="LiveId" clId="{4C323D2B-C7B9-45BD-A381-D63B94576F39}" dt="2026-04-23T13:10:33.817" v="1939" actId="14100"/>
          <ac:spMkLst>
            <pc:docMk/>
            <pc:sldMk cId="0" sldId="265"/>
            <ac:spMk id="14" creationId="{00000000-0000-0000-0000-000000000000}"/>
          </ac:spMkLst>
        </pc:spChg>
        <pc:picChg chg="mod">
          <ac:chgData name="Suhabi Sen" userId="35df0f3f1ec7b79d" providerId="LiveId" clId="{4C323D2B-C7B9-45BD-A381-D63B94576F39}" dt="2026-04-23T13:10:36.964" v="1940" actId="14100"/>
          <ac:picMkLst>
            <pc:docMk/>
            <pc:sldMk cId="0" sldId="265"/>
            <ac:picMk id="2" creationId="{412449DB-BF51-DAAE-EA83-F4C008967631}"/>
          </ac:picMkLst>
        </pc:picChg>
      </pc:sldChg>
      <pc:sldChg chg="addSp delSp modSp mod">
        <pc:chgData name="Suhabi Sen" userId="35df0f3f1ec7b79d" providerId="LiveId" clId="{4C323D2B-C7B9-45BD-A381-D63B94576F39}" dt="2026-04-17T13:07:11.042" v="1511" actId="1076"/>
        <pc:sldMkLst>
          <pc:docMk/>
          <pc:sldMk cId="121223606" sldId="268"/>
        </pc:sldMkLst>
        <pc:spChg chg="add mod">
          <ac:chgData name="Suhabi Sen" userId="35df0f3f1ec7b79d" providerId="LiveId" clId="{4C323D2B-C7B9-45BD-A381-D63B94576F39}" dt="2026-04-17T13:07:11.042" v="1511" actId="1076"/>
          <ac:spMkLst>
            <pc:docMk/>
            <pc:sldMk cId="121223606" sldId="268"/>
            <ac:spMk id="38" creationId="{3913132C-9CB1-DFE3-3149-66981B749FA7}"/>
          </ac:spMkLst>
        </pc:spChg>
        <pc:spChg chg="mod">
          <ac:chgData name="Suhabi Sen" userId="35df0f3f1ec7b79d" providerId="LiveId" clId="{4C323D2B-C7B9-45BD-A381-D63B94576F39}" dt="2026-04-17T13:06:34.454" v="1470" actId="1076"/>
          <ac:spMkLst>
            <pc:docMk/>
            <pc:sldMk cId="121223606" sldId="268"/>
            <ac:spMk id="40" creationId="{EEE29F0A-1253-B8CE-E742-41B8B6EB922D}"/>
          </ac:spMkLst>
        </pc:spChg>
        <pc:spChg chg="mod">
          <ac:chgData name="Suhabi Sen" userId="35df0f3f1ec7b79d" providerId="LiveId" clId="{4C323D2B-C7B9-45BD-A381-D63B94576F39}" dt="2026-04-17T13:06:22.722" v="1467" actId="1076"/>
          <ac:spMkLst>
            <pc:docMk/>
            <pc:sldMk cId="121223606" sldId="268"/>
            <ac:spMk id="41" creationId="{3403BDBE-05E2-50C5-0F55-4F0483352E2C}"/>
          </ac:spMkLst>
        </pc:spChg>
        <pc:spChg chg="mod">
          <ac:chgData name="Suhabi Sen" userId="35df0f3f1ec7b79d" providerId="LiveId" clId="{4C323D2B-C7B9-45BD-A381-D63B94576F39}" dt="2026-04-17T13:06:29.268" v="1469" actId="1076"/>
          <ac:spMkLst>
            <pc:docMk/>
            <pc:sldMk cId="121223606" sldId="268"/>
            <ac:spMk id="42" creationId="{2E9FAC26-1E84-D690-0FD4-B1A364AF40DE}"/>
          </ac:spMkLst>
        </pc:spChg>
        <pc:spChg chg="mod">
          <ac:chgData name="Suhabi Sen" userId="35df0f3f1ec7b79d" providerId="LiveId" clId="{4C323D2B-C7B9-45BD-A381-D63B94576F39}" dt="2026-04-17T13:06:19.162" v="1466" actId="1076"/>
          <ac:spMkLst>
            <pc:docMk/>
            <pc:sldMk cId="121223606" sldId="268"/>
            <ac:spMk id="43" creationId="{B84F91E2-C42E-10B3-A03A-88AA58AF1258}"/>
          </ac:spMkLst>
        </pc:spChg>
        <pc:grpChg chg="mod">
          <ac:chgData name="Suhabi Sen" userId="35df0f3f1ec7b79d" providerId="LiveId" clId="{4C323D2B-C7B9-45BD-A381-D63B94576F39}" dt="2026-04-17T13:00:28.511" v="1439" actId="1076"/>
          <ac:grpSpMkLst>
            <pc:docMk/>
            <pc:sldMk cId="121223606" sldId="268"/>
            <ac:grpSpMk id="47" creationId="{1E9CDC51-FF0E-F171-6762-BB19A05B4D8E}"/>
          </ac:grpSpMkLst>
        </pc:grpChg>
        <pc:picChg chg="mod">
          <ac:chgData name="Suhabi Sen" userId="35df0f3f1ec7b79d" providerId="LiveId" clId="{4C323D2B-C7B9-45BD-A381-D63B94576F39}" dt="2026-04-17T13:06:26.320" v="1468" actId="1076"/>
          <ac:picMkLst>
            <pc:docMk/>
            <pc:sldMk cId="121223606" sldId="268"/>
            <ac:picMk id="50" creationId="{C926F708-70B7-B0DB-A148-0FA2830D925D}"/>
          </ac:picMkLst>
        </pc:picChg>
        <pc:picChg chg="mod">
          <ac:chgData name="Suhabi Sen" userId="35df0f3f1ec7b79d" providerId="LiveId" clId="{4C323D2B-C7B9-45BD-A381-D63B94576F39}" dt="2026-04-17T13:06:15.572" v="1465" actId="1076"/>
          <ac:picMkLst>
            <pc:docMk/>
            <pc:sldMk cId="121223606" sldId="268"/>
            <ac:picMk id="51" creationId="{EC8FEF14-C75E-1155-0600-B4343B3F57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hyperlink" Target="https://lemon-plant-0030f010f.7.azurestaticapps.net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hyperlink" Target="https://drive.google.com/file/d/1wFiFHYxnnBm82Pwq4IWiAKfVUbb20t3m/view?usp=drive_lin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0" y="2872291"/>
            <a:ext cx="4440106" cy="431080"/>
            <a:chOff x="0" y="2985846"/>
            <a:chExt cx="4271648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42622" cy="431080"/>
              <a:chOff x="0" y="-38100"/>
              <a:chExt cx="4374698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18856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2239" y="3141421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5556" y="386343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47486" y="3962301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Suhabi Sen 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819300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35411" y="3867590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29183" y="3971761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suhabisen@gmail.com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664957" y="385404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54979" y="4378589"/>
            <a:ext cx="2278351" cy="347506"/>
            <a:chOff x="3134219" y="4336795"/>
            <a:chExt cx="2278351" cy="347506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4219" y="4336795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913132C-9CB1-DFE3-3149-66981B749FA7}"/>
              </a:ext>
            </a:extLst>
          </p:cNvPr>
          <p:cNvSpPr txBox="1"/>
          <p:nvPr/>
        </p:nvSpPr>
        <p:spPr>
          <a:xfrm>
            <a:off x="2342379" y="3411413"/>
            <a:ext cx="2968797" cy="66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IN" b="1" dirty="0" err="1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NeuroVista</a:t>
            </a:r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b="1" dirty="0" err="1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DataVine</a:t>
            </a:r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en-IN" sz="105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459713"/>
            <a:ext cx="8229600" cy="458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15009" y="859901"/>
            <a:ext cx="71148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project addresses -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Skill-mismatch, Credential Inflation, Ghost Hiring, Disguised Unemployment, Re-training and Return to education, Estimation Bias and Industry- Education gap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Beneficiaries and Stakeholders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Secondary Beneficiaries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comparison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of the job markets in the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United States of America and India</a:t>
            </a:r>
            <a:r>
              <a:rPr lang="en-IN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Goal-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data-driven analytical framework, evaluate and interpret the job market, improve transparency, compensation alignment, and workforce decision-making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and Technologies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-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Microsoft Excel, Power BI, Power BI Q&amp;A Visual, Microsoft Copilot Studio Agent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Microsoft Azure, 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treamlit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App</a:t>
            </a:r>
          </a:p>
          <a:p>
            <a:pPr algn="just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sz="14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7345478" y="1813766"/>
            <a:ext cx="1798522" cy="1881934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521" y="1850200"/>
            <a:ext cx="2195856" cy="191625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4384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848201"/>
            <a:ext cx="6706898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problem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addressed in this project is the WAGE CHASM (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38.7x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between US and India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Gaps include-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lack of transparency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miscommunication between stakeholders (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India's </a:t>
            </a:r>
            <a:r>
              <a:rPr lang="en-US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28.4%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salary non-disclosure rate)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Job postings datasets- highly unstructured, containing inconsistencies,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lack of prompt engineering/ digital literacy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skills of applicants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Stakeholders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Limitations- Lack of Integrated Analytical Frameworks, Static and Non-Interactive Reporting, Limited Predictive Capabilities, Accessibility Challenges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407" y="469433"/>
            <a:ext cx="3684185" cy="315787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469433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818428"/>
            <a:ext cx="6923014" cy="2351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Approach: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Structuring → AI Analysis → Dashboard Insights → AI Assistant </a:t>
            </a:r>
          </a:p>
          <a:p>
            <a:pPr algn="just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Individual: Career guidance </a:t>
            </a:r>
          </a:p>
          <a:p>
            <a:pPr algn="just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Organizational: Better hiring decisions </a:t>
            </a:r>
          </a:p>
          <a:p>
            <a:pPr algn="just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Societal: Reduced skill gap &amp; improved workforce alignment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99CEDB-26C4-8DDB-9CDD-777E221E2295}"/>
              </a:ext>
            </a:extLst>
          </p:cNvPr>
          <p:cNvSpPr txBox="1"/>
          <p:nvPr/>
        </p:nvSpPr>
        <p:spPr>
          <a:xfrm>
            <a:off x="125486" y="2913165"/>
            <a:ext cx="728660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Innovations of the Proposed Solution</a:t>
            </a:r>
          </a:p>
          <a:p>
            <a:pPr algn="just"/>
            <a:endParaRPr lang="en-US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Combines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analytics (Excel and Power BI) + AI (Microsoft Copilot Studio) having human-centric design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algn="just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E.g. Salary prediction model act as a salary negotiation tool</a:t>
            </a:r>
          </a:p>
          <a:p>
            <a:endParaRPr lang="en-US" sz="1600" dirty="0"/>
          </a:p>
          <a:p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4138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5408" y="3570053"/>
            <a:ext cx="3790980" cy="660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499B8-CF77-CA20-2F55-5C09D3674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C8D582-A7AF-5C6E-B7B0-B423C1BF4E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89" t="9262" r="16597" b="1629"/>
          <a:stretch>
            <a:fillRect/>
          </a:stretch>
        </p:blipFill>
        <p:spPr>
          <a:xfrm>
            <a:off x="1224943" y="780236"/>
            <a:ext cx="6694114" cy="41060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375165"/>
            <a:ext cx="8118121" cy="35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35937" y="690300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2024" y="1160584"/>
            <a:ext cx="2857458" cy="3776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720" y="1256937"/>
            <a:ext cx="2514600" cy="305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1: US and India Salary Prediction Models 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06410" y="690300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1160584"/>
            <a:ext cx="2788920" cy="3691655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85296" y="1262555"/>
            <a:ext cx="2420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2: </a:t>
            </a:r>
            <a:r>
              <a:rPr lang="en-IN" sz="1600" b="1" dirty="0"/>
              <a:t>AI Chatbot (</a:t>
            </a:r>
            <a:r>
              <a:rPr lang="en-IN" sz="1600" b="1" dirty="0" err="1"/>
              <a:t>NeuroVista</a:t>
            </a:r>
            <a:r>
              <a:rPr lang="en-IN" sz="1600" b="1" dirty="0"/>
              <a:t> Assistant)</a:t>
            </a:r>
          </a:p>
        </p:txBody>
      </p:sp>
      <p:sp>
        <p:nvSpPr>
          <p:cNvPr id="17" name="Shape 15"/>
          <p:cNvSpPr/>
          <p:nvPr/>
        </p:nvSpPr>
        <p:spPr>
          <a:xfrm>
            <a:off x="6901290" y="657302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1160584"/>
            <a:ext cx="2788920" cy="3691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58484" y="1236757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3: </a:t>
            </a:r>
            <a:r>
              <a:rPr lang="en-IN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Executive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270CEC-1AB0-CED1-E5A8-FD8654509E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05" r="24099" b="22564"/>
          <a:stretch>
            <a:fillRect/>
          </a:stretch>
        </p:blipFill>
        <p:spPr>
          <a:xfrm>
            <a:off x="233638" y="3234740"/>
            <a:ext cx="2815844" cy="16174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B5E972-AC34-40FD-36FA-1DF64CCA34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08" r="27905" b="3708"/>
          <a:stretch>
            <a:fillRect/>
          </a:stretch>
        </p:blipFill>
        <p:spPr>
          <a:xfrm>
            <a:off x="206961" y="1648237"/>
            <a:ext cx="2815844" cy="1586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EEEBE3-1953-7A28-D1A9-5E5496B368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1" t="3486" r="1435"/>
          <a:stretch>
            <a:fillRect/>
          </a:stretch>
        </p:blipFill>
        <p:spPr>
          <a:xfrm>
            <a:off x="3220996" y="1684566"/>
            <a:ext cx="2759785" cy="16354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FD2154D-8781-6443-9807-957CFA6C9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3899" t="6365" r="636" b="929"/>
          <a:stretch>
            <a:fillRect/>
          </a:stretch>
        </p:blipFill>
        <p:spPr>
          <a:xfrm>
            <a:off x="3205133" y="3152032"/>
            <a:ext cx="2802474" cy="16354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B187F7E-60DE-7AF9-B8A2-A1F51C6B61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294" r="36700" b="22564"/>
          <a:stretch>
            <a:fillRect/>
          </a:stretch>
        </p:blipFill>
        <p:spPr>
          <a:xfrm>
            <a:off x="6174516" y="2028902"/>
            <a:ext cx="2772888" cy="18243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5C5B3A-41CB-B5E5-A329-F72AD5B68956}"/>
              </a:ext>
            </a:extLst>
          </p:cNvPr>
          <p:cNvSpPr/>
          <p:nvPr/>
        </p:nvSpPr>
        <p:spPr>
          <a:xfrm>
            <a:off x="6243354" y="4111771"/>
            <a:ext cx="2667008" cy="3954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58634-B169-7317-AC97-D64692196CF0}"/>
              </a:ext>
            </a:extLst>
          </p:cNvPr>
          <p:cNvSpPr txBox="1"/>
          <p:nvPr/>
        </p:nvSpPr>
        <p:spPr>
          <a:xfrm>
            <a:off x="6174517" y="4125709"/>
            <a:ext cx="2735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9"/>
              </a:rPr>
              <a:t>https://lemon-plant-0030f010f.7.azurestaticapps.net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1568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423379"/>
            <a:ext cx="8412480" cy="52484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571137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2376" y="567943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973836" y="579933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48740" y="555953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367028" y="550759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hlinkClick r:id="rId4"/>
              </a:rPr>
              <a:t>https://drive.google.com/file/d/1wFiFHYxnnBm82Pwq4IWiAKfVUbb20t3m/view?usp=drive_link</a:t>
            </a:r>
            <a:r>
              <a:rPr lang="en-US" sz="900" dirty="0"/>
              <a:t>  </a:t>
            </a: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987134" y="1389498"/>
            <a:ext cx="2201429" cy="2025129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96963" y="43697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" y="875883"/>
            <a:ext cx="7356348" cy="2818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Challenges Addressed- understanding job market dynamics in the United States and India, and skill requirements in the data science domain</a:t>
            </a:r>
          </a:p>
          <a:p>
            <a:pPr algn="just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(rapid technological changes create a gap between industry expectations and workforce readiness)</a:t>
            </a:r>
          </a:p>
          <a:p>
            <a:pPr algn="just"/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 objective success in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Practical experience in data analytics and visualization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Hands-on exposure to AI Chatbot integration in business workflows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Deeper understanding of how data influences economic and organizational decision-making </a:t>
            </a:r>
          </a:p>
          <a:p>
            <a:pPr algn="just"/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scalable and impactful model for intelligent job market analysis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4080" y="54989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5" y="1052472"/>
            <a:ext cx="5165035" cy="3801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buAutoNum type="arabicPeriod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Integration of Real-Time Data Pipelines. E.g. LinkedIn API Integration</a:t>
            </a:r>
          </a:p>
          <a:p>
            <a:pPr algn="just"/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Implementation of Machine Learning Models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Development of a User-Friendly Application Interface and productise as a Public tool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540" y="2095209"/>
            <a:ext cx="3557214" cy="26679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3646</TotalTime>
  <Words>507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Suhabi Sen</cp:lastModifiedBy>
  <cp:revision>27</cp:revision>
  <dcterms:created xsi:type="dcterms:W3CDTF">2026-02-18T09:17:23Z</dcterms:created>
  <dcterms:modified xsi:type="dcterms:W3CDTF">2026-04-24T15:17:39Z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